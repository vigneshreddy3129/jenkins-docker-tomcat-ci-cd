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  <p:sldId id="265" r:id="rId6"/>
    <p:sldId id="266" r:id="rId7"/>
    <p:sldId id="272" r:id="rId8"/>
    <p:sldId id="264" r:id="rId9"/>
    <p:sldId id="267" r:id="rId10"/>
    <p:sldId id="270" r:id="rId11"/>
    <p:sldId id="269" r:id="rId12"/>
    <p:sldId id="27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20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/>
            </a:pPr>
            <a:r>
              <a:t>CI/CD Pipeline Automation – Containerized App Deployment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Jenkins | Docker | GitHub | Apache Tomcat</a:t>
            </a:r>
          </a:p>
          <a:p>
            <a:r>
              <a:t>Jenkins Workspace Creation + ls Commands Included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Tools &amp;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Ubuntu Linux (20.04 / 22.04)</a:t>
            </a:r>
          </a:p>
          <a:p>
            <a:pPr>
              <a:defRPr sz="1400"/>
            </a:pPr>
            <a:r>
              <a:t>Java – OpenJDK 11</a:t>
            </a:r>
          </a:p>
          <a:p>
            <a:pPr>
              <a:defRPr sz="1400"/>
            </a:pPr>
            <a:r>
              <a:t>Git – Version control</a:t>
            </a:r>
          </a:p>
          <a:p>
            <a:pPr>
              <a:defRPr sz="1400"/>
            </a:pPr>
            <a:r>
              <a:t>Maven – Build tool</a:t>
            </a:r>
          </a:p>
          <a:p>
            <a:pPr>
              <a:defRPr sz="1400"/>
            </a:pPr>
            <a:r>
              <a:t>Jenkins – CI/CD automation</a:t>
            </a:r>
          </a:p>
          <a:p>
            <a:pPr>
              <a:defRPr sz="1400"/>
            </a:pPr>
            <a:r>
              <a:t>Docker – Container runtime</a:t>
            </a:r>
          </a:p>
          <a:p>
            <a:pPr>
              <a:defRPr sz="1400"/>
            </a:pPr>
            <a:r>
              <a:t>Apache Tomcat – Application server (Docker)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Server &amp; Port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Jenkins Port: 8080</a:t>
            </a:r>
          </a:p>
          <a:p>
            <a:pPr>
              <a:defRPr sz="1400"/>
            </a:pPr>
            <a:r>
              <a:t>Docker Host Port: 8081</a:t>
            </a:r>
          </a:p>
          <a:p>
            <a:pPr>
              <a:defRPr sz="1400"/>
            </a:pPr>
            <a:r>
              <a:t>Tomcat Internal Port: 8080</a:t>
            </a:r>
          </a:p>
          <a:p>
            <a:pPr>
              <a:defRPr sz="1400"/>
            </a:pPr>
            <a:r>
              <a:t>User: ubuntu / jenkins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rPr dirty="0"/>
              <a:t>Step 2: I</a:t>
            </a:r>
            <a:r>
              <a:rPr lang="en-US" dirty="0"/>
              <a:t>nstall requirements (optional if run I manual)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dirty="0"/>
              <a:t>Working Directory: /home/ubuntu</a:t>
            </a:r>
            <a:endParaRPr lang="en-US" dirty="0"/>
          </a:p>
          <a:p>
            <a:pPr marL="0" indent="0">
              <a:buNone/>
              <a:defRPr sz="1400"/>
            </a:pPr>
            <a:r>
              <a:rPr lang="es-ES" dirty="0"/>
              <a:t>         sudo </a:t>
            </a:r>
            <a:r>
              <a:rPr lang="es-ES" dirty="0" err="1"/>
              <a:t>apt</a:t>
            </a:r>
            <a:r>
              <a:rPr lang="es-ES" dirty="0"/>
              <a:t> </a:t>
            </a:r>
            <a:r>
              <a:rPr lang="es-ES" dirty="0" err="1"/>
              <a:t>update</a:t>
            </a:r>
            <a:r>
              <a:rPr lang="es-ES" dirty="0"/>
              <a:t> –y                          </a:t>
            </a:r>
          </a:p>
          <a:p>
            <a:pPr marL="0" indent="0">
              <a:buNone/>
              <a:defRPr sz="1400"/>
            </a:pPr>
            <a:r>
              <a:rPr lang="es-ES" dirty="0"/>
              <a:t>         sudo </a:t>
            </a:r>
            <a:r>
              <a:rPr lang="es-ES" dirty="0" err="1"/>
              <a:t>apt</a:t>
            </a:r>
            <a:r>
              <a:rPr lang="es-ES" dirty="0"/>
              <a:t> </a:t>
            </a:r>
            <a:r>
              <a:rPr lang="es-ES" dirty="0" err="1"/>
              <a:t>upgrade</a:t>
            </a:r>
            <a:r>
              <a:rPr lang="es-ES" dirty="0"/>
              <a:t> -y</a:t>
            </a:r>
          </a:p>
          <a:p>
            <a:pPr marL="0" indent="0">
              <a:buNone/>
              <a:defRPr sz="1400"/>
            </a:pPr>
            <a:endParaRPr lang="es-ES" dirty="0"/>
          </a:p>
          <a:p>
            <a:pPr marL="0" indent="0">
              <a:buNone/>
              <a:defRPr sz="1400"/>
            </a:pPr>
            <a:r>
              <a:rPr lang="en-US" dirty="0"/>
              <a:t>java              </a:t>
            </a:r>
            <a:r>
              <a:rPr lang="en-US" dirty="0" err="1"/>
              <a:t>sudo</a:t>
            </a:r>
            <a:r>
              <a:rPr lang="en-US" dirty="0"/>
              <a:t> apt install openjdk-11-jdk -y                                  //   java –version</a:t>
            </a:r>
          </a:p>
          <a:p>
            <a:pPr marL="0" indent="0">
              <a:buNone/>
              <a:defRPr sz="1400"/>
            </a:pPr>
            <a:r>
              <a:rPr lang="en-US" dirty="0"/>
              <a:t>git                 </a:t>
            </a:r>
            <a:r>
              <a:rPr lang="en-US" dirty="0" err="1"/>
              <a:t>sudo</a:t>
            </a:r>
            <a:r>
              <a:rPr lang="en-US" dirty="0"/>
              <a:t> apt install git –y                                                       //    git –version</a:t>
            </a:r>
          </a:p>
          <a:p>
            <a:pPr marL="0" indent="0">
              <a:buNone/>
              <a:defRPr sz="1400"/>
            </a:pPr>
            <a:r>
              <a:rPr lang="en-US" dirty="0"/>
              <a:t>maven         </a:t>
            </a:r>
            <a:r>
              <a:rPr lang="en-US" dirty="0" err="1"/>
              <a:t>sudo</a:t>
            </a:r>
            <a:r>
              <a:rPr lang="en-US" dirty="0"/>
              <a:t> apt install maven –y                                               </a:t>
            </a:r>
            <a:r>
              <a:rPr lang="es-ES" dirty="0"/>
              <a:t>//    </a:t>
            </a:r>
            <a:r>
              <a:rPr lang="es-ES" dirty="0" err="1"/>
              <a:t>mvn</a:t>
            </a:r>
            <a:r>
              <a:rPr lang="es-ES" dirty="0"/>
              <a:t> -</a:t>
            </a:r>
            <a:r>
              <a:rPr lang="es-ES" dirty="0" err="1"/>
              <a:t>version</a:t>
            </a:r>
            <a:endParaRPr lang="es-ES" dirty="0"/>
          </a:p>
          <a:p>
            <a:pPr marL="0" indent="0">
              <a:buNone/>
              <a:defRPr sz="1400"/>
            </a:pPr>
            <a:endParaRPr lang="en-US" dirty="0"/>
          </a:p>
          <a:p>
            <a:pPr marL="0" indent="0">
              <a:buNone/>
              <a:defRPr sz="1400"/>
            </a:pPr>
            <a:endParaRPr lang="en-US" dirty="0"/>
          </a:p>
          <a:p>
            <a:pPr marL="0" indent="0">
              <a:buNone/>
              <a:defRPr sz="1400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Step 6: Install Jenkins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4168"/>
            <a:ext cx="8229600" cy="4928616"/>
          </a:xfrm>
        </p:spPr>
        <p:txBody>
          <a:bodyPr>
            <a:normAutofit/>
          </a:bodyPr>
          <a:lstStyle/>
          <a:p>
            <a:pPr>
              <a:defRPr sz="1400"/>
            </a:pPr>
            <a:r>
              <a:rPr dirty="0"/>
              <a:t>Working Directory: /home/ubuntu</a:t>
            </a:r>
          </a:p>
          <a:p>
            <a:pPr marL="0" indent="0">
              <a:buNone/>
              <a:defRPr sz="1400"/>
            </a:pPr>
            <a:endParaRPr lang="en-US" dirty="0"/>
          </a:p>
          <a:p>
            <a:pPr marL="0" indent="0">
              <a:buNone/>
              <a:defRPr sz="1400"/>
            </a:pPr>
            <a:r>
              <a:rPr lang="en-US" dirty="0" err="1"/>
              <a:t>sudo</a:t>
            </a:r>
            <a:r>
              <a:rPr lang="en-US" dirty="0"/>
              <a:t> apt-get update</a:t>
            </a:r>
          </a:p>
          <a:p>
            <a:pPr marL="0" indent="0">
              <a:buNone/>
              <a:defRPr sz="1400"/>
            </a:pPr>
            <a:r>
              <a:rPr lang="en-US" dirty="0" err="1"/>
              <a:t>sudo</a:t>
            </a:r>
            <a:r>
              <a:rPr lang="en-US" dirty="0"/>
              <a:t> apt install openjdk-17-jdk -y</a:t>
            </a:r>
          </a:p>
          <a:p>
            <a:pPr marL="0" indent="0">
              <a:buNone/>
              <a:defRPr sz="1400"/>
            </a:pPr>
            <a:r>
              <a:rPr lang="en-US" dirty="0"/>
              <a:t>curl -</a:t>
            </a:r>
            <a:r>
              <a:rPr lang="en-US" dirty="0" err="1"/>
              <a:t>fsSL</a:t>
            </a:r>
            <a:r>
              <a:rPr lang="en-US" dirty="0"/>
              <a:t> https://pkg.jenkins.io/debian-stable/jenkins.io-2023.key | </a:t>
            </a:r>
            <a:r>
              <a:rPr lang="en-US" dirty="0" err="1"/>
              <a:t>sudo</a:t>
            </a:r>
            <a:r>
              <a:rPr lang="en-US" dirty="0"/>
              <a:t> tee \</a:t>
            </a:r>
          </a:p>
          <a:p>
            <a:pPr marL="0" indent="0">
              <a:buNone/>
              <a:defRPr sz="1400"/>
            </a:pPr>
            <a:r>
              <a:rPr lang="en-US" dirty="0"/>
              <a:t>  /</a:t>
            </a:r>
            <a:r>
              <a:rPr lang="en-US" dirty="0" err="1"/>
              <a:t>usr</a:t>
            </a:r>
            <a:r>
              <a:rPr lang="en-US" dirty="0"/>
              <a:t>/share/keyrings/</a:t>
            </a:r>
            <a:r>
              <a:rPr lang="en-US" dirty="0" err="1"/>
              <a:t>jenkins-keyring.asc</a:t>
            </a:r>
            <a:r>
              <a:rPr lang="en-US" dirty="0"/>
              <a:t> &gt; /dev/null</a:t>
            </a:r>
          </a:p>
          <a:p>
            <a:pPr marL="0" indent="0">
              <a:buNone/>
              <a:defRPr sz="1400"/>
            </a:pPr>
            <a:r>
              <a:rPr lang="en-US" dirty="0"/>
              <a:t>echo deb [signed-by=/</a:t>
            </a:r>
            <a:r>
              <a:rPr lang="en-US" dirty="0" err="1"/>
              <a:t>usr</a:t>
            </a:r>
            <a:r>
              <a:rPr lang="en-US" dirty="0"/>
              <a:t>/share/keyrings/</a:t>
            </a:r>
            <a:r>
              <a:rPr lang="en-US" dirty="0" err="1"/>
              <a:t>jenkins-keyring.asc</a:t>
            </a:r>
            <a:r>
              <a:rPr lang="en-US" dirty="0"/>
              <a:t>] \</a:t>
            </a:r>
          </a:p>
          <a:p>
            <a:pPr marL="0" indent="0">
              <a:buNone/>
              <a:defRPr sz="1400"/>
            </a:pPr>
            <a:r>
              <a:rPr lang="en-US" dirty="0"/>
              <a:t>https://pkg.jenkins.io/debian-stable binary/ | </a:t>
            </a:r>
            <a:r>
              <a:rPr lang="en-US" dirty="0" err="1"/>
              <a:t>sudo</a:t>
            </a:r>
            <a:r>
              <a:rPr lang="en-US" dirty="0"/>
              <a:t> tee \</a:t>
            </a:r>
          </a:p>
          <a:p>
            <a:pPr marL="0" indent="0">
              <a:buNone/>
              <a:defRPr sz="1400"/>
            </a:pPr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/apt/</a:t>
            </a:r>
            <a:r>
              <a:rPr lang="en-US" dirty="0" err="1"/>
              <a:t>sources.list.d</a:t>
            </a:r>
            <a:r>
              <a:rPr lang="en-US" dirty="0"/>
              <a:t>/</a:t>
            </a:r>
            <a:r>
              <a:rPr lang="en-US" dirty="0" err="1"/>
              <a:t>jenkins.list</a:t>
            </a:r>
            <a:r>
              <a:rPr lang="en-US" dirty="0"/>
              <a:t> &gt; /dev/null</a:t>
            </a:r>
          </a:p>
          <a:p>
            <a:pPr marL="0" indent="0">
              <a:buNone/>
              <a:defRPr sz="1400"/>
            </a:pPr>
            <a:r>
              <a:rPr lang="en-US" dirty="0" err="1"/>
              <a:t>sudo</a:t>
            </a:r>
            <a:r>
              <a:rPr lang="en-US" dirty="0"/>
              <a:t> apt update</a:t>
            </a:r>
          </a:p>
          <a:p>
            <a:pPr marL="0" indent="0">
              <a:buNone/>
              <a:defRPr sz="1400"/>
            </a:pPr>
            <a:r>
              <a:rPr lang="en-US" dirty="0" err="1"/>
              <a:t>sudo</a:t>
            </a:r>
            <a:r>
              <a:rPr lang="en-US" dirty="0"/>
              <a:t> apt install </a:t>
            </a:r>
            <a:r>
              <a:rPr lang="en-US" dirty="0" err="1"/>
              <a:t>jenkins</a:t>
            </a:r>
            <a:r>
              <a:rPr lang="en-US" dirty="0"/>
              <a:t> -y</a:t>
            </a:r>
          </a:p>
          <a:p>
            <a:pPr marL="0" indent="0">
              <a:buNone/>
              <a:defRPr sz="1400"/>
            </a:pPr>
            <a:endParaRPr lang="en-US" dirty="0"/>
          </a:p>
          <a:p>
            <a:pPr marL="0" indent="0">
              <a:buNone/>
              <a:defRPr sz="1400"/>
            </a:pPr>
            <a:r>
              <a:rPr lang="en-US" dirty="0" err="1"/>
              <a:t>sudo</a:t>
            </a:r>
            <a:r>
              <a:rPr lang="en-US" dirty="0"/>
              <a:t> apt-get update</a:t>
            </a:r>
          </a:p>
          <a:p>
            <a:pPr marL="0" indent="0">
              <a:buNone/>
              <a:defRPr sz="1400"/>
            </a:pPr>
            <a:r>
              <a:rPr lang="en-US" dirty="0" err="1"/>
              <a:t>sudo</a:t>
            </a:r>
            <a:r>
              <a:rPr lang="en-US" dirty="0"/>
              <a:t> apt install openjdk-11-jdk -y </a:t>
            </a:r>
          </a:p>
          <a:p>
            <a:pPr marL="0" indent="0">
              <a:buNone/>
              <a:defRPr sz="1400"/>
            </a:pPr>
            <a:r>
              <a:rPr lang="en-US" dirty="0"/>
              <a:t>/</a:t>
            </a:r>
            <a:r>
              <a:rPr lang="en-US" dirty="0" err="1"/>
              <a:t>usr</a:t>
            </a:r>
            <a:r>
              <a:rPr lang="en-US" dirty="0"/>
              <a:t>/lib/</a:t>
            </a:r>
            <a:r>
              <a:rPr lang="en-US" dirty="0" err="1"/>
              <a:t>jvm</a:t>
            </a:r>
            <a:r>
              <a:rPr lang="en-US" dirty="0"/>
              <a:t>/java-11-openjdk-amd64</a:t>
            </a:r>
          </a:p>
          <a:p>
            <a:pPr marL="0" indent="0">
              <a:buNone/>
              <a:defRPr sz="1400"/>
            </a:pPr>
            <a:endParaRPr lang="en-US" dirty="0"/>
          </a:p>
          <a:p>
            <a:pPr marL="0" indent="0">
              <a:buNone/>
              <a:defRPr sz="1400"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Step 7: Access Jenkins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7008"/>
            <a:ext cx="8229600" cy="5221224"/>
          </a:xfrm>
        </p:spPr>
        <p:txBody>
          <a:bodyPr/>
          <a:lstStyle/>
          <a:p>
            <a:pPr>
              <a:defRPr sz="1400"/>
            </a:pPr>
            <a:r>
              <a:rPr dirty="0"/>
              <a:t>Working Directory: Browser</a:t>
            </a:r>
          </a:p>
          <a:p>
            <a:pPr>
              <a:defRPr sz="1400"/>
            </a:pPr>
            <a:r>
              <a:rPr dirty="0"/>
              <a:t>http://&lt;SERVER-IP&gt;:8080</a:t>
            </a:r>
          </a:p>
          <a:p>
            <a:pPr>
              <a:defRPr sz="1400"/>
            </a:pPr>
            <a:r>
              <a:rPr dirty="0"/>
              <a:t>Unlock Jenkins:</a:t>
            </a:r>
          </a:p>
          <a:p>
            <a:pPr>
              <a:defRPr sz="1400"/>
            </a:pPr>
            <a:r>
              <a:rPr dirty="0" err="1"/>
              <a:t>sudo</a:t>
            </a:r>
            <a:r>
              <a:rPr dirty="0"/>
              <a:t> cat /var/lib/</a:t>
            </a:r>
            <a:r>
              <a:rPr dirty="0" err="1"/>
              <a:t>jenkins</a:t>
            </a:r>
            <a:r>
              <a:rPr dirty="0"/>
              <a:t>/secrets/</a:t>
            </a:r>
            <a:r>
              <a:rPr dirty="0" err="1"/>
              <a:t>initialAdminPassword</a:t>
            </a:r>
            <a:endParaRPr dirty="0"/>
          </a:p>
          <a:p>
            <a:pPr>
              <a:defRPr sz="1400"/>
            </a:pPr>
            <a:r>
              <a:rPr dirty="0"/>
              <a:t>Install suggested plugins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04354"/>
          </a:xfrm>
        </p:spPr>
        <p:txBody>
          <a:bodyPr>
            <a:normAutofit fontScale="90000"/>
          </a:bodyPr>
          <a:lstStyle/>
          <a:p>
            <a:pPr>
              <a:defRPr sz="2600"/>
            </a:pPr>
            <a:r>
              <a:rPr dirty="0"/>
              <a:t>Step 13: </a:t>
            </a:r>
            <a:r>
              <a:rPr dirty="0" err="1"/>
              <a:t>Jenkinsfile</a:t>
            </a:r>
            <a:r>
              <a:rPr lang="en-US" dirty="0"/>
              <a:t> containerized-app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31520"/>
            <a:ext cx="8229600" cy="6007608"/>
          </a:xfrm>
        </p:spPr>
        <p:txBody>
          <a:bodyPr>
            <a:normAutofit fontScale="62500" lnSpcReduction="20000"/>
          </a:bodyPr>
          <a:lstStyle/>
          <a:p>
            <a:pPr>
              <a:defRPr sz="1400"/>
            </a:pPr>
            <a:r>
              <a:rPr lang="en-US" sz="1600" dirty="0"/>
              <a:t>pipeline {</a:t>
            </a:r>
          </a:p>
          <a:p>
            <a:pPr>
              <a:defRPr sz="1400"/>
            </a:pPr>
            <a:r>
              <a:rPr lang="en-US" sz="1600" dirty="0"/>
              <a:t>    agent any</a:t>
            </a:r>
          </a:p>
          <a:p>
            <a:pPr>
              <a:defRPr sz="1400"/>
            </a:pPr>
            <a:endParaRPr lang="en-US" sz="1600" dirty="0"/>
          </a:p>
          <a:p>
            <a:pPr>
              <a:defRPr sz="1400"/>
            </a:pPr>
            <a:r>
              <a:rPr lang="en-US" sz="1600" dirty="0"/>
              <a:t>    tools {</a:t>
            </a:r>
          </a:p>
          <a:p>
            <a:pPr>
              <a:defRPr sz="1400"/>
            </a:pPr>
            <a:r>
              <a:rPr lang="en-US" sz="1600" dirty="0"/>
              <a:t>        </a:t>
            </a:r>
            <a:r>
              <a:rPr lang="en-US" sz="1600" dirty="0" err="1"/>
              <a:t>jdk</a:t>
            </a:r>
            <a:r>
              <a:rPr lang="en-US" sz="1600" dirty="0"/>
              <a:t> 'java-11'</a:t>
            </a:r>
          </a:p>
          <a:p>
            <a:pPr>
              <a:defRPr sz="1400"/>
            </a:pPr>
            <a:r>
              <a:rPr lang="en-US" sz="1600" dirty="0"/>
              <a:t>        maven 'maven'</a:t>
            </a:r>
          </a:p>
          <a:p>
            <a:pPr>
              <a:defRPr sz="1400"/>
            </a:pPr>
            <a:r>
              <a:rPr lang="en-US" sz="1600" dirty="0"/>
              <a:t>    }</a:t>
            </a:r>
          </a:p>
          <a:p>
            <a:pPr>
              <a:defRPr sz="1400"/>
            </a:pPr>
            <a:endParaRPr lang="en-US" sz="1600" dirty="0"/>
          </a:p>
          <a:p>
            <a:pPr>
              <a:defRPr sz="1400"/>
            </a:pPr>
            <a:r>
              <a:rPr lang="en-US" sz="1600" dirty="0"/>
              <a:t>    stages {</a:t>
            </a:r>
          </a:p>
          <a:p>
            <a:pPr>
              <a:defRPr sz="1400"/>
            </a:pPr>
            <a:endParaRPr lang="en-US" sz="1600" dirty="0"/>
          </a:p>
          <a:p>
            <a:pPr>
              <a:defRPr sz="1400"/>
            </a:pPr>
            <a:r>
              <a:rPr lang="en-US" sz="1600" dirty="0"/>
              <a:t>        stage('Git Checkout') {</a:t>
            </a:r>
          </a:p>
          <a:p>
            <a:pPr>
              <a:defRPr sz="1400"/>
            </a:pPr>
            <a:r>
              <a:rPr lang="en-US" sz="1600" dirty="0"/>
              <a:t>            steps {</a:t>
            </a:r>
          </a:p>
          <a:p>
            <a:pPr>
              <a:defRPr sz="1400"/>
            </a:pPr>
            <a:r>
              <a:rPr lang="en-US" sz="1600" dirty="0"/>
              <a:t>                git 'https://github.com/your-username/your-</a:t>
            </a:r>
            <a:r>
              <a:rPr lang="en-US" sz="1600" dirty="0" err="1"/>
              <a:t>repo.git</a:t>
            </a:r>
            <a:r>
              <a:rPr lang="en-US" sz="1600" dirty="0"/>
              <a:t>'</a:t>
            </a:r>
          </a:p>
          <a:p>
            <a:pPr>
              <a:defRPr sz="1400"/>
            </a:pPr>
            <a:r>
              <a:rPr lang="en-US" sz="1600" dirty="0"/>
              <a:t>            }</a:t>
            </a:r>
          </a:p>
          <a:p>
            <a:pPr>
              <a:defRPr sz="1400"/>
            </a:pPr>
            <a:r>
              <a:rPr lang="en-US" sz="1600" dirty="0"/>
              <a:t>        }</a:t>
            </a:r>
          </a:p>
          <a:p>
            <a:pPr>
              <a:defRPr sz="1400"/>
            </a:pPr>
            <a:endParaRPr lang="en-US" sz="1600" dirty="0"/>
          </a:p>
          <a:p>
            <a:pPr>
              <a:defRPr sz="1400"/>
            </a:pPr>
            <a:r>
              <a:rPr lang="en-US" sz="1600" dirty="0"/>
              <a:t>        stage('Maven Build') {</a:t>
            </a:r>
          </a:p>
          <a:p>
            <a:pPr>
              <a:defRPr sz="1400"/>
            </a:pPr>
            <a:r>
              <a:rPr lang="en-US" sz="1600" dirty="0"/>
              <a:t>            steps {</a:t>
            </a:r>
          </a:p>
          <a:p>
            <a:pPr>
              <a:defRPr sz="1400"/>
            </a:pPr>
            <a:r>
              <a:rPr lang="en-US" sz="1600" dirty="0"/>
              <a:t>                </a:t>
            </a:r>
            <a:r>
              <a:rPr lang="en-US" sz="1600" dirty="0" err="1"/>
              <a:t>sh</a:t>
            </a:r>
            <a:r>
              <a:rPr lang="en-US" sz="1600" dirty="0"/>
              <a:t> '</a:t>
            </a:r>
            <a:r>
              <a:rPr lang="en-US" sz="1600" dirty="0" err="1"/>
              <a:t>mvn</a:t>
            </a:r>
            <a:r>
              <a:rPr lang="en-US" sz="1600" dirty="0"/>
              <a:t> clean package'</a:t>
            </a:r>
          </a:p>
          <a:p>
            <a:pPr>
              <a:defRPr sz="1400"/>
            </a:pPr>
            <a:r>
              <a:rPr lang="en-US" sz="1600" dirty="0"/>
              <a:t>            }</a:t>
            </a:r>
          </a:p>
          <a:p>
            <a:pPr>
              <a:defRPr sz="1400"/>
            </a:pPr>
            <a:r>
              <a:rPr lang="en-US" sz="1600" dirty="0"/>
              <a:t>        }</a:t>
            </a:r>
          </a:p>
          <a:p>
            <a:pPr>
              <a:defRPr sz="1400"/>
            </a:pPr>
            <a:endParaRPr lang="en-US" sz="1600" dirty="0"/>
          </a:p>
          <a:p>
            <a:pPr>
              <a:defRPr sz="1400"/>
            </a:pPr>
            <a:r>
              <a:rPr lang="en-US" sz="1600" dirty="0"/>
              <a:t>        stage('Docker Build') {</a:t>
            </a:r>
          </a:p>
          <a:p>
            <a:pPr>
              <a:defRPr sz="1400"/>
            </a:pPr>
            <a:r>
              <a:rPr lang="en-US" sz="1600" dirty="0"/>
              <a:t>            steps {</a:t>
            </a:r>
          </a:p>
          <a:p>
            <a:pPr>
              <a:defRPr sz="1400"/>
            </a:pPr>
            <a:r>
              <a:rPr lang="en-US" sz="1600" dirty="0"/>
              <a:t>                </a:t>
            </a:r>
            <a:r>
              <a:rPr lang="en-US" sz="1600" dirty="0" err="1"/>
              <a:t>sh</a:t>
            </a:r>
            <a:r>
              <a:rPr lang="en-US" sz="1600" dirty="0"/>
              <a:t> 'docker build -t </a:t>
            </a:r>
            <a:r>
              <a:rPr lang="en-US" sz="1600" dirty="0" err="1"/>
              <a:t>sampleapp</a:t>
            </a:r>
            <a:r>
              <a:rPr lang="en-US" sz="1600" dirty="0"/>
              <a:t> .'</a:t>
            </a:r>
          </a:p>
          <a:p>
            <a:pPr>
              <a:defRPr sz="1400"/>
            </a:pPr>
            <a:r>
              <a:rPr lang="en-US" sz="1600" dirty="0"/>
              <a:t>            }</a:t>
            </a:r>
          </a:p>
          <a:p>
            <a:pPr>
              <a:defRPr sz="1400"/>
            </a:pPr>
            <a:r>
              <a:rPr lang="en-US" sz="1600" dirty="0"/>
              <a:t>        }</a:t>
            </a:r>
          </a:p>
          <a:p>
            <a:pPr>
              <a:defRPr sz="1400"/>
            </a:pPr>
            <a:endParaRPr lang="en-US" sz="1600" dirty="0"/>
          </a:p>
          <a:p>
            <a:pPr>
              <a:defRPr sz="1400"/>
            </a:pPr>
            <a:r>
              <a:rPr lang="en-US" sz="1600" dirty="0"/>
              <a:t>        stage('Run Container') {</a:t>
            </a:r>
          </a:p>
          <a:p>
            <a:pPr>
              <a:defRPr sz="1400"/>
            </a:pPr>
            <a:r>
              <a:rPr lang="en-US" sz="1600" dirty="0"/>
              <a:t>            steps {</a:t>
            </a:r>
          </a:p>
          <a:p>
            <a:pPr>
              <a:defRPr sz="1400"/>
            </a:pPr>
            <a:r>
              <a:rPr lang="en-US" sz="1600" dirty="0"/>
              <a:t>                </a:t>
            </a:r>
            <a:r>
              <a:rPr lang="en-US" sz="1600" dirty="0" err="1"/>
              <a:t>sh</a:t>
            </a:r>
            <a:r>
              <a:rPr lang="en-US" sz="1600" dirty="0"/>
              <a:t> '''</a:t>
            </a:r>
          </a:p>
          <a:p>
            <a:pPr>
              <a:defRPr sz="1400"/>
            </a:pPr>
            <a:r>
              <a:rPr lang="en-US" sz="1600" dirty="0"/>
              <a:t>                docker rm -f </a:t>
            </a:r>
            <a:r>
              <a:rPr lang="en-US" sz="1600" dirty="0" err="1"/>
              <a:t>sampleapp</a:t>
            </a:r>
            <a:r>
              <a:rPr lang="en-US" sz="1600" dirty="0"/>
              <a:t> || true</a:t>
            </a:r>
          </a:p>
          <a:p>
            <a:pPr>
              <a:defRPr sz="1400"/>
            </a:pPr>
            <a:r>
              <a:rPr lang="en-US" sz="1600" dirty="0"/>
              <a:t>                docker run -d -p 8081:8080 </a:t>
            </a:r>
            <a:r>
              <a:rPr lang="en-US" sz="1600" dirty="0" err="1"/>
              <a:t>sampleapp</a:t>
            </a:r>
            <a:endParaRPr lang="en-US" sz="1600" dirty="0"/>
          </a:p>
          <a:p>
            <a:pPr>
              <a:defRPr sz="1400"/>
            </a:pPr>
            <a:r>
              <a:rPr lang="en-US" sz="1600" dirty="0"/>
              <a:t>                '''</a:t>
            </a:r>
          </a:p>
          <a:p>
            <a:pPr>
              <a:defRPr sz="1400"/>
            </a:pPr>
            <a:r>
              <a:rPr lang="en-US" sz="1600" dirty="0"/>
              <a:t>            }</a:t>
            </a:r>
          </a:p>
          <a:p>
            <a:pPr>
              <a:defRPr sz="1400"/>
            </a:pPr>
            <a:r>
              <a:rPr lang="en-US" sz="1600" dirty="0"/>
              <a:t>        }</a:t>
            </a:r>
          </a:p>
          <a:p>
            <a:pPr>
              <a:defRPr sz="1400"/>
            </a:pPr>
            <a:r>
              <a:rPr lang="en-US" sz="1600" dirty="0"/>
              <a:t>    }</a:t>
            </a:r>
          </a:p>
          <a:p>
            <a:pPr>
              <a:defRPr sz="1400"/>
            </a:pPr>
            <a:r>
              <a:rPr lang="en-US" sz="1600" dirty="0"/>
              <a:t>}</a:t>
            </a:r>
          </a:p>
          <a:p>
            <a:pPr>
              <a:defRPr sz="1400"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Step 5: Install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dirty="0"/>
              <a:t>Working Directory: /home/ubuntu</a:t>
            </a:r>
          </a:p>
          <a:p>
            <a:pPr>
              <a:defRPr sz="1400"/>
            </a:pPr>
            <a:r>
              <a:rPr dirty="0"/>
              <a:t>ls</a:t>
            </a:r>
          </a:p>
          <a:p>
            <a:pPr marL="0" indent="0">
              <a:buNone/>
              <a:defRPr sz="1400"/>
            </a:pPr>
            <a:r>
              <a:rPr lang="en-US" dirty="0" err="1"/>
              <a:t>sudo</a:t>
            </a:r>
            <a:r>
              <a:rPr lang="en-US" dirty="0"/>
              <a:t> apt update</a:t>
            </a:r>
          </a:p>
          <a:p>
            <a:pPr marL="0" indent="0">
              <a:buNone/>
              <a:defRPr sz="1400"/>
            </a:pPr>
            <a:r>
              <a:rPr lang="en-US" dirty="0" err="1"/>
              <a:t>sudo</a:t>
            </a:r>
            <a:r>
              <a:rPr lang="en-US" dirty="0"/>
              <a:t> apt install apt-transport-https ca-certificates curl software-properties-common -y</a:t>
            </a:r>
          </a:p>
          <a:p>
            <a:pPr marL="0" indent="0">
              <a:buNone/>
              <a:defRPr sz="1400"/>
            </a:pPr>
            <a:r>
              <a:rPr lang="en-US" dirty="0"/>
              <a:t>curl -</a:t>
            </a:r>
            <a:r>
              <a:rPr lang="en-US" dirty="0" err="1"/>
              <a:t>fsSL</a:t>
            </a:r>
            <a:r>
              <a:rPr lang="en-US" dirty="0"/>
              <a:t> https://download.docker.com/linux/ubuntu/gpg | </a:t>
            </a:r>
            <a:r>
              <a:rPr lang="en-US" dirty="0" err="1"/>
              <a:t>sudo</a:t>
            </a:r>
            <a:r>
              <a:rPr lang="en-US" dirty="0"/>
              <a:t> apt-key add -</a:t>
            </a:r>
          </a:p>
          <a:p>
            <a:pPr marL="0" indent="0">
              <a:buNone/>
              <a:defRPr sz="1400"/>
            </a:pPr>
            <a:r>
              <a:rPr lang="en-US" dirty="0" err="1"/>
              <a:t>sudo</a:t>
            </a:r>
            <a:r>
              <a:rPr lang="en-US" dirty="0"/>
              <a:t> add-apt-repository "deb [arch=amd64] https://download.docker.com/linux/ubuntu bionic stable"</a:t>
            </a:r>
          </a:p>
          <a:p>
            <a:pPr marL="0" indent="0">
              <a:buNone/>
              <a:defRPr sz="1400"/>
            </a:pPr>
            <a:r>
              <a:rPr lang="en-US" dirty="0" err="1"/>
              <a:t>sudo</a:t>
            </a:r>
            <a:r>
              <a:rPr lang="en-US" dirty="0"/>
              <a:t> apt update</a:t>
            </a:r>
          </a:p>
          <a:p>
            <a:pPr marL="0" indent="0">
              <a:buNone/>
              <a:defRPr sz="1400"/>
            </a:pPr>
            <a:r>
              <a:rPr lang="en-US" dirty="0" err="1"/>
              <a:t>sudo</a:t>
            </a:r>
            <a:r>
              <a:rPr lang="en-US" dirty="0"/>
              <a:t> apt install docker-</a:t>
            </a:r>
            <a:r>
              <a:rPr lang="en-US" dirty="0" err="1"/>
              <a:t>ce</a:t>
            </a:r>
            <a:r>
              <a:rPr lang="en-US" dirty="0"/>
              <a:t> –y</a:t>
            </a:r>
          </a:p>
          <a:p>
            <a:pPr marL="0" indent="0">
              <a:buNone/>
              <a:defRPr sz="1400"/>
            </a:pPr>
            <a:endParaRPr lang="en-US" dirty="0"/>
          </a:p>
          <a:p>
            <a:pPr marL="0" indent="0">
              <a:buNone/>
              <a:defRPr sz="1400"/>
            </a:pPr>
            <a:r>
              <a:rPr lang="de-DE" dirty="0"/>
              <a:t>sudo usermod -aG docker $USER</a:t>
            </a:r>
          </a:p>
          <a:p>
            <a:pPr marL="0" indent="0">
              <a:buNone/>
              <a:defRPr sz="1400"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rPr dirty="0"/>
              <a:t>Step 8: Docker Permission for Jenkins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dirty="0"/>
              <a:t>Working Directory: /home/ubuntu</a:t>
            </a:r>
          </a:p>
          <a:p>
            <a:pPr marL="0" indent="0">
              <a:buNone/>
              <a:defRPr sz="1400"/>
            </a:pPr>
            <a:endParaRPr dirty="0"/>
          </a:p>
          <a:p>
            <a:pPr marL="0" indent="0">
              <a:buNone/>
              <a:defRPr sz="1400"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usermod</a:t>
            </a:r>
            <a:r>
              <a:rPr lang="en-US" dirty="0"/>
              <a:t> -</a:t>
            </a:r>
            <a:r>
              <a:rPr lang="en-US" dirty="0" err="1"/>
              <a:t>aG</a:t>
            </a:r>
            <a:r>
              <a:rPr lang="en-US" dirty="0"/>
              <a:t> docker $USER</a:t>
            </a:r>
          </a:p>
          <a:p>
            <a:pPr marL="0" indent="0">
              <a:buNone/>
              <a:defRPr sz="1400"/>
            </a:pPr>
            <a:r>
              <a:rPr lang="en-US" dirty="0" err="1"/>
              <a:t>newgrp</a:t>
            </a:r>
            <a:r>
              <a:rPr lang="en-US" dirty="0"/>
              <a:t> docker</a:t>
            </a:r>
          </a:p>
          <a:p>
            <a:pPr marL="0" indent="0">
              <a:buNone/>
              <a:defRPr sz="1400"/>
            </a:pPr>
            <a:endParaRPr lang="en-US" dirty="0"/>
          </a:p>
          <a:p>
            <a:pPr marL="0" indent="0">
              <a:buNone/>
              <a:defRPr sz="1400"/>
            </a:pPr>
            <a:r>
              <a:rPr lang="de-DE" dirty="0"/>
              <a:t>sudo usermod -aG docker jenkins</a:t>
            </a:r>
          </a:p>
          <a:p>
            <a:pPr marL="0" indent="0">
              <a:buNone/>
              <a:defRPr sz="1400"/>
            </a:pPr>
            <a:endParaRPr lang="en-US" dirty="0"/>
          </a:p>
          <a:p>
            <a:pPr marL="0" indent="0">
              <a:buNone/>
              <a:defRPr sz="1400"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restart docker</a:t>
            </a:r>
          </a:p>
          <a:p>
            <a:pPr marL="0" indent="0">
              <a:buNone/>
              <a:defRPr sz="1400"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restart </a:t>
            </a:r>
            <a:r>
              <a:rPr lang="en-US" dirty="0" err="1"/>
              <a:t>jenkins</a:t>
            </a:r>
            <a:endParaRPr lang="en-US" dirty="0"/>
          </a:p>
          <a:p>
            <a:pPr marL="0" indent="0">
              <a:buNone/>
              <a:defRPr sz="1400"/>
            </a:pPr>
            <a:endParaRPr lang="en-US" dirty="0"/>
          </a:p>
          <a:p>
            <a:pPr marL="0" indent="0">
              <a:buNone/>
              <a:defRPr sz="1400"/>
            </a:pPr>
            <a:r>
              <a:rPr lang="en-US" dirty="0"/>
              <a:t>groups </a:t>
            </a:r>
            <a:r>
              <a:rPr lang="en-US" dirty="0" err="1"/>
              <a:t>jenkins</a:t>
            </a:r>
            <a:endParaRPr lang="en-US" dirty="0"/>
          </a:p>
          <a:p>
            <a:pPr marL="0" indent="0">
              <a:buNone/>
              <a:defRPr sz="1400"/>
            </a:pPr>
            <a:endParaRPr lang="en-US" dirty="0"/>
          </a:p>
          <a:p>
            <a:pPr marL="0" indent="0">
              <a:buNone/>
              <a:defRPr sz="1400"/>
            </a:pPr>
            <a:r>
              <a:rPr lang="en-US" dirty="0"/>
              <a:t>docker </a:t>
            </a:r>
            <a:r>
              <a:rPr lang="en-US" dirty="0" err="1"/>
              <a:t>ps</a:t>
            </a:r>
            <a:endParaRPr lang="en-US" dirty="0"/>
          </a:p>
          <a:p>
            <a:pPr marL="0" indent="0">
              <a:buNone/>
              <a:defRPr sz="1400"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Step 11: Dockerfile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400"/>
            </a:pPr>
            <a:r>
              <a:rPr dirty="0"/>
              <a:t>Working Directory: Project Root</a:t>
            </a:r>
          </a:p>
          <a:p>
            <a:pPr>
              <a:defRPr sz="1400"/>
            </a:pPr>
            <a:r>
              <a:rPr dirty="0"/>
              <a:t>ls</a:t>
            </a:r>
          </a:p>
          <a:p>
            <a:pPr marL="0" indent="0">
              <a:buNone/>
              <a:defRPr sz="1400"/>
            </a:pPr>
            <a:endParaRPr lang="en-US" dirty="0"/>
          </a:p>
          <a:p>
            <a:r>
              <a:rPr lang="en-US" sz="1300" dirty="0"/>
              <a:t>FROM tomcat:8.5.16-jre8-alpine</a:t>
            </a:r>
          </a:p>
          <a:p>
            <a:r>
              <a:rPr lang="en-US" sz="1300" dirty="0"/>
              <a:t>RUN rm -rf /</a:t>
            </a:r>
            <a:r>
              <a:rPr lang="en-US" sz="1300" dirty="0" err="1"/>
              <a:t>usr</a:t>
            </a:r>
            <a:r>
              <a:rPr lang="en-US" sz="1300" dirty="0"/>
              <a:t>/local/tomcat/webapps/*</a:t>
            </a:r>
          </a:p>
          <a:p>
            <a:r>
              <a:rPr lang="en-US" sz="1300" dirty="0"/>
              <a:t>COPY target/*.war /</a:t>
            </a:r>
            <a:r>
              <a:rPr lang="en-US" sz="1300" dirty="0" err="1"/>
              <a:t>usr</a:t>
            </a:r>
            <a:r>
              <a:rPr lang="en-US" sz="1300" dirty="0"/>
              <a:t>/local/tomcat/webapps</a:t>
            </a:r>
          </a:p>
          <a:p>
            <a:r>
              <a:rPr lang="en-US" sz="1300" dirty="0"/>
              <a:t>RUN </a:t>
            </a:r>
            <a:r>
              <a:rPr lang="en-US" sz="1300" dirty="0" err="1"/>
              <a:t>chmod</a:t>
            </a:r>
            <a:r>
              <a:rPr lang="en-US" sz="1300" dirty="0"/>
              <a:t> 777 /</a:t>
            </a:r>
            <a:r>
              <a:rPr lang="en-US" sz="1300" dirty="0" err="1"/>
              <a:t>usr</a:t>
            </a:r>
            <a:r>
              <a:rPr lang="en-US" sz="1300" dirty="0"/>
              <a:t>/local/tomcat/webapps/*.war</a:t>
            </a:r>
          </a:p>
          <a:p>
            <a:r>
              <a:rPr lang="en-US" sz="1300" dirty="0"/>
              <a:t>CMD ["catalina.sh", "run"]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Step 10: Source Code Checkout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400"/>
            </a:pPr>
            <a:r>
              <a:rPr lang="en-US" dirty="0"/>
              <a:t>Tools</a:t>
            </a:r>
          </a:p>
          <a:p>
            <a:pPr marL="0" indent="0">
              <a:buNone/>
              <a:defRPr sz="1400"/>
            </a:pPr>
            <a:r>
              <a:rPr lang="en-US" dirty="0"/>
              <a:t>Java-11             /</a:t>
            </a:r>
            <a:r>
              <a:rPr lang="en-US" dirty="0" err="1"/>
              <a:t>usr</a:t>
            </a:r>
            <a:r>
              <a:rPr lang="en-US" dirty="0"/>
              <a:t>/lib/</a:t>
            </a:r>
            <a:r>
              <a:rPr lang="en-US" dirty="0" err="1"/>
              <a:t>jvm</a:t>
            </a:r>
            <a:r>
              <a:rPr lang="en-US" dirty="0"/>
              <a:t>/java-11-openjdk-amd64</a:t>
            </a:r>
          </a:p>
          <a:p>
            <a:pPr marL="0" indent="0">
              <a:buNone/>
              <a:defRPr sz="1400"/>
            </a:pPr>
            <a:r>
              <a:rPr lang="en-US" dirty="0" err="1"/>
              <a:t>Mvn</a:t>
            </a:r>
            <a:r>
              <a:rPr lang="en-US" dirty="0"/>
              <a:t>                 maven                     3.9.9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Step 14: Access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Working Directory: Browser</a:t>
            </a:r>
          </a:p>
          <a:p>
            <a:pPr>
              <a:defRPr sz="1400"/>
            </a:pPr>
            <a:r>
              <a:t>http://&lt;SERVER-IP&gt;:8081/sample</a:t>
            </a:r>
          </a:p>
          <a:p>
            <a:pPr>
              <a:defRPr sz="1400"/>
            </a:pPr>
            <a:r>
              <a:t>Verify application response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680</Words>
  <Application>Microsoft Office PowerPoint</Application>
  <PresentationFormat>On-screen Show (4:3)</PresentationFormat>
  <Paragraphs>128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CI/CD Pipeline Automation – Containerized App Deployment</vt:lpstr>
      <vt:lpstr>Tools &amp; Dependencies</vt:lpstr>
      <vt:lpstr>Server &amp; Port Details</vt:lpstr>
      <vt:lpstr>Step 2: Install requirements (optional if run I manual)</vt:lpstr>
      <vt:lpstr>Step 6: Install Jenkins</vt:lpstr>
      <vt:lpstr>Step 7: Access Jenkins</vt:lpstr>
      <vt:lpstr>Step 13: Jenkinsfile containerized-app </vt:lpstr>
      <vt:lpstr>Step 5: Install Docker</vt:lpstr>
      <vt:lpstr>Step 8: Docker Permission for Jenkins</vt:lpstr>
      <vt:lpstr>Step 11: Dockerfile</vt:lpstr>
      <vt:lpstr>Step 10: Source Code Checkout</vt:lpstr>
      <vt:lpstr>Step 14: Access Application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VIGNESH REDDY</dc:creator>
  <cp:keywords/>
  <dc:description>generated using python-pptx</dc:description>
  <cp:lastModifiedBy>VIGNESH REDDY</cp:lastModifiedBy>
  <cp:revision>12</cp:revision>
  <dcterms:created xsi:type="dcterms:W3CDTF">2013-01-27T09:14:16Z</dcterms:created>
  <dcterms:modified xsi:type="dcterms:W3CDTF">2025-12-30T19:30:02Z</dcterms:modified>
  <cp:category/>
</cp:coreProperties>
</file>